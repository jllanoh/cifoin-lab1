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95" r:id="rId3"/>
    <p:sldId id="290" r:id="rId4"/>
    <p:sldId id="291" r:id="rId5"/>
    <p:sldId id="292" r:id="rId6"/>
    <p:sldId id="297" r:id="rId7"/>
    <p:sldId id="293" r:id="rId8"/>
    <p:sldId id="288" r:id="rId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74" d="100"/>
          <a:sy n="74" d="100"/>
        </p:scale>
        <p:origin x="732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17/02/2026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17/02/2026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Javier </a:t>
            </a:r>
            <a:r>
              <a:rPr lang="es-ES" spc="165" dirty="0" err="1">
                <a:latin typeface="Arial"/>
                <a:cs typeface="Arial"/>
              </a:rPr>
              <a:t>Llàcer</a:t>
            </a:r>
            <a:r>
              <a:rPr lang="es-ES" spc="165" dirty="0">
                <a:latin typeface="Arial"/>
                <a:cs typeface="Arial"/>
              </a:rPr>
              <a:t> Noha &amp; Miguel Ángel Descalzo Cuevas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A5FCE10-F85E-E45E-E752-D26F646E5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061" y="1600200"/>
            <a:ext cx="5181600" cy="3022600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ABF327B-1BF1-588E-49A6-E98509B48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600200"/>
            <a:ext cx="5186993" cy="302574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6A4DBF1-CE9B-9558-4A6B-24174CFFE9B4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</TotalTime>
  <Words>530</Words>
  <Application>Microsoft Office PowerPoint</Application>
  <PresentationFormat>Panorámica</PresentationFormat>
  <Paragraphs>94</Paragraphs>
  <Slides>8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Javier Llacer Noha</cp:lastModifiedBy>
  <cp:revision>11</cp:revision>
  <dcterms:created xsi:type="dcterms:W3CDTF">2025-01-27T02:46:57Z</dcterms:created>
  <dcterms:modified xsi:type="dcterms:W3CDTF">2026-02-17T12:27:36Z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